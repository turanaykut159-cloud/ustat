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OGUL &amp; BABA Sistem Analizi</a:t>
            </a:r>
          </a:p>
          <a:p>
            <a:r>
              <a:t>(Neden–Sonuç Perspektifi)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Amaç: OGUL’un işlem kalitesini artırmak</a:t>
            </a:r>
          </a:p>
          <a:p>
            <a:r>
              <a:t>BABA’nın risk motorunu geliştirmek</a:t>
            </a:r>
          </a:p>
          <a:p>
            <a:r>
              <a:t>Kurumsal seviyeye taşıma önerileri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OGUL – Mevcut Yapı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 Strateji: Trend / Mean Reversion / Breakout</a:t>
            </a:r>
          </a:p>
          <a:p>
            <a:r>
              <a:t>Rejim bazlı aktivasyon</a:t>
            </a:r>
          </a:p>
          <a:p>
            <a:r>
              <a:t>ATR tabanlı SL/TP</a:t>
            </a:r>
          </a:p>
          <a:p>
            <a:r>
              <a:t>Limit emir + kontrollü market retry</a:t>
            </a:r>
          </a:p>
          <a:p/>
          <a:p>
            <a:r>
              <a:t>Sorun: Adaptif değil, eşik bazlı çalışıyor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Sorun 1: Rejim Geçişlerinde Zarar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NEDEN: ATR ve ADX eşiklerine dayalı gecikmeli sınıflandırma</a:t>
            </a:r>
          </a:p>
          <a:p>
            <a:r>
              <a:t>SONUÇ: Yanlış strateji aktif kalır</a:t>
            </a:r>
          </a:p>
          <a:p>
            <a:r>
              <a:t>ETKİ: Arka arkaya stop, cooldown tetiklenir</a:t>
            </a:r>
          </a:p>
          <a:p/>
          <a:p>
            <a:r>
              <a:t>ÇÖZÜM: Volatilite eğimi + momentum kırılımı ile erken rejim sinyali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Sorun 2: Breakout Risk Dengesizliği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NEDEN: SL = range midpoint (statik yapı)</a:t>
            </a:r>
          </a:p>
          <a:p>
            <a:r>
              <a:t>SONUÇ: Range genişse risk büyür</a:t>
            </a:r>
          </a:p>
          <a:p>
            <a:r>
              <a:t>ETKİ: R/R tutarsızlaşır, expectancy düşer</a:t>
            </a:r>
          </a:p>
          <a:p/>
          <a:p>
            <a:r>
              <a:t>ÇÖZÜM: ATR normalize edilmiş dinamik SL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Sorun 3: Korelasyon Dinamik Değil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NEDEN: Sabit sektör ve yön limiti</a:t>
            </a:r>
          </a:p>
          <a:p>
            <a:r>
              <a:t>SONUÇ: Kriz anında toplu stop riski</a:t>
            </a:r>
          </a:p>
          <a:p>
            <a:r>
              <a:t>ETKİ: Günlük DD hızlı tetiklenir</a:t>
            </a:r>
          </a:p>
          <a:p/>
          <a:p>
            <a:r>
              <a:t>ÇÖZÜM: Rolling korelasyon matrisi kullanımı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OGUL Nasıl Daha İyi İşlem Yapabilir?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Rejim tahmini için volatilite eğim analizi</a:t>
            </a:r>
          </a:p>
          <a:p>
            <a:r>
              <a:t>2) Strategy scoring adaptif hale getirilmeli</a:t>
            </a:r>
          </a:p>
          <a:p>
            <a:r>
              <a:t>3) Vol-target pozisyon boyutlama</a:t>
            </a:r>
          </a:p>
          <a:p>
            <a:r>
              <a:t>4) Breakout için false-break filtresi (liquidity test)</a:t>
            </a:r>
          </a:p>
          <a:p>
            <a:r>
              <a:t>5) Regime transition filter (no-trade buffer zone)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BABA – Güçlü Taraflar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Çok katmanlı DD koruması</a:t>
            </a:r>
          </a:p>
          <a:p>
            <a:r>
              <a:t>Kill-switch L1-L3 mimarisi</a:t>
            </a:r>
          </a:p>
          <a:p>
            <a:r>
              <a:t>Rejim bazlı risk çarpanı</a:t>
            </a:r>
          </a:p>
          <a:p>
            <a:r>
              <a:t>Floating loss kontrolü</a:t>
            </a:r>
          </a:p>
          <a:p/>
          <a:p>
            <a:r>
              <a:t>Risk disiplinli fakat reaktif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BABA Eksikleri (Neden–Sonuç)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NEDEN: Sabit yüzdesel limitler</a:t>
            </a:r>
          </a:p>
          <a:p>
            <a:r>
              <a:t>SONUÇ: Yüksek vol döneminde aşırı kilitlenme</a:t>
            </a:r>
          </a:p>
          <a:p/>
          <a:p>
            <a:r>
              <a:t>NEDEN: Korelasyon sabit eşik</a:t>
            </a:r>
          </a:p>
          <a:p>
            <a:r>
              <a:t>SONUÇ: Gerçek portföy riski tam ölçülmüyor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BABA Nasıl Geliştirilmeli?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Volatiliteye duyarlı DD limiti</a:t>
            </a:r>
          </a:p>
          <a:p>
            <a:r>
              <a:t>2) Dynamic risk budget allocation</a:t>
            </a:r>
          </a:p>
          <a:p>
            <a:r>
              <a:t>3) Real-time correlation scoring</a:t>
            </a:r>
          </a:p>
          <a:p>
            <a:r>
              <a:t>4) Portfolio-level VaR kontrolü</a:t>
            </a:r>
          </a:p>
          <a:p>
            <a:r>
              <a:t>5) Risk heatmap &amp; exposure clustering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Sonuç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OGUL: Edge üretimi güçlendirilmeli</a:t>
            </a:r>
          </a:p>
          <a:p>
            <a:r>
              <a:t>BABA: Risk motoru adaptif hale getirilmeli</a:t>
            </a:r>
          </a:p>
          <a:p/>
          <a:p>
            <a:r>
              <a:t>Mevcut yapı disiplinli fakat adaptif değil.</a:t>
            </a:r>
          </a:p>
          <a:p>
            <a:r>
              <a:t>Kurumsal seviyeye geçiş: Adaptasyon + veri temelli validasyon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